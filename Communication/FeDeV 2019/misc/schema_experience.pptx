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96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85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71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59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45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493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05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2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71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61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95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4A910-6F2B-4762-9270-65B2D88D615E}" type="datetimeFigureOut">
              <a:rPr lang="fr-FR" smtClean="0"/>
              <a:t>30/09/2019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DE62D-2F4A-4C19-BDDA-E8B0D3D21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40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Connecteur droit avec flèche 62"/>
          <p:cNvCxnSpPr/>
          <p:nvPr/>
        </p:nvCxnSpPr>
        <p:spPr>
          <a:xfrm>
            <a:off x="5369640" y="2820104"/>
            <a:ext cx="14553" cy="175395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à coins arrondis 18"/>
          <p:cNvSpPr/>
          <p:nvPr/>
        </p:nvSpPr>
        <p:spPr>
          <a:xfrm>
            <a:off x="7080436" y="2653414"/>
            <a:ext cx="960047" cy="23574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à coins arrondis 48"/>
          <p:cNvSpPr/>
          <p:nvPr/>
        </p:nvSpPr>
        <p:spPr>
          <a:xfrm>
            <a:off x="6905020" y="2728209"/>
            <a:ext cx="1114160" cy="614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e 14"/>
          <p:cNvGrpSpPr/>
          <p:nvPr/>
        </p:nvGrpSpPr>
        <p:grpSpPr>
          <a:xfrm>
            <a:off x="4759546" y="3493661"/>
            <a:ext cx="619528" cy="425742"/>
            <a:chOff x="7022592" y="3486030"/>
            <a:chExt cx="619528" cy="425742"/>
          </a:xfrm>
        </p:grpSpPr>
        <p:sp>
          <p:nvSpPr>
            <p:cNvPr id="14" name="Rectangle 13"/>
            <p:cNvSpPr/>
            <p:nvPr/>
          </p:nvSpPr>
          <p:spPr>
            <a:xfrm rot="5400000">
              <a:off x="7236344" y="3595884"/>
              <a:ext cx="146304" cy="2128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/>
            <p:cNvSpPr/>
            <p:nvPr/>
          </p:nvSpPr>
          <p:spPr>
            <a:xfrm>
              <a:off x="7367800" y="3571276"/>
              <a:ext cx="274320" cy="27432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22592" y="3486030"/>
              <a:ext cx="228600" cy="42574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2541232" y="3302638"/>
            <a:ext cx="2338143" cy="2033821"/>
            <a:chOff x="2541232" y="3302638"/>
            <a:chExt cx="2338143" cy="2033821"/>
          </a:xfrm>
        </p:grpSpPr>
        <p:sp>
          <p:nvSpPr>
            <p:cNvPr id="4" name="Rectangle 3"/>
            <p:cNvSpPr/>
            <p:nvPr/>
          </p:nvSpPr>
          <p:spPr>
            <a:xfrm>
              <a:off x="2798064" y="5111497"/>
              <a:ext cx="950975" cy="22496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/>
            <p:cNvSpPr/>
            <p:nvPr/>
          </p:nvSpPr>
          <p:spPr>
            <a:xfrm rot="13787616">
              <a:off x="2620561" y="4467163"/>
              <a:ext cx="902046" cy="36447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/>
            <p:cNvSpPr/>
            <p:nvPr/>
          </p:nvSpPr>
          <p:spPr>
            <a:xfrm rot="19750510">
              <a:off x="2638674" y="3671163"/>
              <a:ext cx="1358573" cy="36447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 rot="1109954">
              <a:off x="3896159" y="3446931"/>
              <a:ext cx="677727" cy="36447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/>
            <p:cNvSpPr/>
            <p:nvPr/>
          </p:nvSpPr>
          <p:spPr>
            <a:xfrm>
              <a:off x="2541232" y="3939204"/>
              <a:ext cx="530352" cy="53035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/>
            <p:cNvSpPr/>
            <p:nvPr/>
          </p:nvSpPr>
          <p:spPr>
            <a:xfrm>
              <a:off x="3006711" y="4735288"/>
              <a:ext cx="530352" cy="53035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/>
            <p:cNvSpPr/>
            <p:nvPr/>
          </p:nvSpPr>
          <p:spPr>
            <a:xfrm>
              <a:off x="3608392" y="3302638"/>
              <a:ext cx="530352" cy="53035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/>
            <p:cNvSpPr/>
            <p:nvPr/>
          </p:nvSpPr>
          <p:spPr>
            <a:xfrm>
              <a:off x="4349023" y="3445775"/>
              <a:ext cx="530352" cy="53035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Ellipse 16"/>
          <p:cNvSpPr/>
          <p:nvPr/>
        </p:nvSpPr>
        <p:spPr>
          <a:xfrm>
            <a:off x="7013447" y="1426464"/>
            <a:ext cx="1027035" cy="12269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 rot="19775499">
            <a:off x="6624918" y="3083783"/>
            <a:ext cx="1198501" cy="5763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à coins arrondis 20"/>
          <p:cNvSpPr/>
          <p:nvPr/>
        </p:nvSpPr>
        <p:spPr>
          <a:xfrm>
            <a:off x="5497666" y="3442271"/>
            <a:ext cx="1198501" cy="4455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/>
          <p:cNvSpPr/>
          <p:nvPr/>
        </p:nvSpPr>
        <p:spPr>
          <a:xfrm>
            <a:off x="6407854" y="3342722"/>
            <a:ext cx="588152" cy="5881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/>
          <p:cNvSpPr/>
          <p:nvPr/>
        </p:nvSpPr>
        <p:spPr>
          <a:xfrm>
            <a:off x="5204601" y="3445775"/>
            <a:ext cx="493394" cy="4626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/>
          <p:cNvSpPr/>
          <p:nvPr/>
        </p:nvSpPr>
        <p:spPr>
          <a:xfrm>
            <a:off x="7446904" y="2578619"/>
            <a:ext cx="793316" cy="7933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/>
          <p:cNvSpPr/>
          <p:nvPr/>
        </p:nvSpPr>
        <p:spPr>
          <a:xfrm>
            <a:off x="5252851" y="3802556"/>
            <a:ext cx="160705" cy="1607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5207001" y="3702319"/>
            <a:ext cx="160705" cy="1607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5188930" y="3594965"/>
            <a:ext cx="160705" cy="1607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llipse 41"/>
          <p:cNvSpPr/>
          <p:nvPr/>
        </p:nvSpPr>
        <p:spPr>
          <a:xfrm>
            <a:off x="5198296" y="3468544"/>
            <a:ext cx="160705" cy="1607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Organigramme : Données 50"/>
          <p:cNvSpPr/>
          <p:nvPr/>
        </p:nvSpPr>
        <p:spPr>
          <a:xfrm>
            <a:off x="2664889" y="1110408"/>
            <a:ext cx="2275125" cy="1473838"/>
          </a:xfrm>
          <a:prstGeom prst="flowChartInputOutpu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Organigramme : Données 51"/>
          <p:cNvSpPr/>
          <p:nvPr/>
        </p:nvSpPr>
        <p:spPr>
          <a:xfrm rot="10800000">
            <a:off x="3498995" y="2281352"/>
            <a:ext cx="549897" cy="5310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/>
          <p:cNvCxnSpPr/>
          <p:nvPr/>
        </p:nvCxnSpPr>
        <p:spPr>
          <a:xfrm flipV="1">
            <a:off x="3537063" y="1517904"/>
            <a:ext cx="1077136" cy="12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lipse 55"/>
          <p:cNvSpPr/>
          <p:nvPr/>
        </p:nvSpPr>
        <p:spPr>
          <a:xfrm rot="1114636">
            <a:off x="3901266" y="1907891"/>
            <a:ext cx="107150" cy="60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5" name="Connecteur droit avec flèche 64"/>
          <p:cNvCxnSpPr/>
          <p:nvPr/>
        </p:nvCxnSpPr>
        <p:spPr>
          <a:xfrm flipH="1">
            <a:off x="3722630" y="2082517"/>
            <a:ext cx="133216" cy="46019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lipse 69"/>
          <p:cNvSpPr/>
          <p:nvPr/>
        </p:nvSpPr>
        <p:spPr>
          <a:xfrm rot="1114636">
            <a:off x="3971370" y="1712819"/>
            <a:ext cx="107150" cy="60875"/>
          </a:xfrm>
          <a:prstGeom prst="ellipse">
            <a:avLst/>
          </a:prstGeom>
          <a:solidFill>
            <a:srgbClr val="5B9BD5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Ellipse 70"/>
          <p:cNvSpPr/>
          <p:nvPr/>
        </p:nvSpPr>
        <p:spPr>
          <a:xfrm rot="1114636">
            <a:off x="4041474" y="1517747"/>
            <a:ext cx="107150" cy="60875"/>
          </a:xfrm>
          <a:prstGeom prst="ellipse">
            <a:avLst/>
          </a:prstGeom>
          <a:solidFill>
            <a:srgbClr val="5B9BD5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Forme libre 73"/>
          <p:cNvSpPr/>
          <p:nvPr/>
        </p:nvSpPr>
        <p:spPr>
          <a:xfrm>
            <a:off x="1670591" y="2569463"/>
            <a:ext cx="1008602" cy="1767157"/>
          </a:xfrm>
          <a:custGeom>
            <a:avLst/>
            <a:gdLst>
              <a:gd name="connsiteX0" fmla="*/ 1689519 w 1689519"/>
              <a:gd name="connsiteY0" fmla="*/ 0 h 2706624"/>
              <a:gd name="connsiteX1" fmla="*/ 1058583 w 1689519"/>
              <a:gd name="connsiteY1" fmla="*/ 164592 h 2706624"/>
              <a:gd name="connsiteX2" fmla="*/ 1049439 w 1689519"/>
              <a:gd name="connsiteY2" fmla="*/ 868680 h 2706624"/>
              <a:gd name="connsiteX3" fmla="*/ 509943 w 1689519"/>
              <a:gd name="connsiteY3" fmla="*/ 1106424 h 2706624"/>
              <a:gd name="connsiteX4" fmla="*/ 500799 w 1689519"/>
              <a:gd name="connsiteY4" fmla="*/ 1810512 h 2706624"/>
              <a:gd name="connsiteX5" fmla="*/ 16167 w 1689519"/>
              <a:gd name="connsiteY5" fmla="*/ 2011680 h 2706624"/>
              <a:gd name="connsiteX6" fmla="*/ 162471 w 1689519"/>
              <a:gd name="connsiteY6" fmla="*/ 2706624 h 27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9519" h="2706624">
                <a:moveTo>
                  <a:pt x="1689519" y="0"/>
                </a:moveTo>
                <a:cubicBezTo>
                  <a:pt x="1427391" y="9906"/>
                  <a:pt x="1165263" y="19812"/>
                  <a:pt x="1058583" y="164592"/>
                </a:cubicBezTo>
                <a:cubicBezTo>
                  <a:pt x="951903" y="309372"/>
                  <a:pt x="1140879" y="711708"/>
                  <a:pt x="1049439" y="868680"/>
                </a:cubicBezTo>
                <a:cubicBezTo>
                  <a:pt x="957999" y="1025652"/>
                  <a:pt x="601383" y="949452"/>
                  <a:pt x="509943" y="1106424"/>
                </a:cubicBezTo>
                <a:cubicBezTo>
                  <a:pt x="418503" y="1263396"/>
                  <a:pt x="583095" y="1659636"/>
                  <a:pt x="500799" y="1810512"/>
                </a:cubicBezTo>
                <a:cubicBezTo>
                  <a:pt x="418503" y="1961388"/>
                  <a:pt x="72555" y="1862328"/>
                  <a:pt x="16167" y="2011680"/>
                </a:cubicBezTo>
                <a:cubicBezTo>
                  <a:pt x="-40221" y="2161032"/>
                  <a:pt x="61125" y="2433828"/>
                  <a:pt x="162471" y="2706624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/>
          <p:cNvSpPr/>
          <p:nvPr/>
        </p:nvSpPr>
        <p:spPr>
          <a:xfrm>
            <a:off x="264684" y="4002657"/>
            <a:ext cx="1755648" cy="83210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Forme libre 75"/>
          <p:cNvSpPr/>
          <p:nvPr/>
        </p:nvSpPr>
        <p:spPr>
          <a:xfrm flipV="1">
            <a:off x="526097" y="4712828"/>
            <a:ext cx="2236822" cy="892443"/>
          </a:xfrm>
          <a:custGeom>
            <a:avLst/>
            <a:gdLst>
              <a:gd name="connsiteX0" fmla="*/ 1689519 w 1689519"/>
              <a:gd name="connsiteY0" fmla="*/ 0 h 2706624"/>
              <a:gd name="connsiteX1" fmla="*/ 1058583 w 1689519"/>
              <a:gd name="connsiteY1" fmla="*/ 164592 h 2706624"/>
              <a:gd name="connsiteX2" fmla="*/ 1049439 w 1689519"/>
              <a:gd name="connsiteY2" fmla="*/ 868680 h 2706624"/>
              <a:gd name="connsiteX3" fmla="*/ 509943 w 1689519"/>
              <a:gd name="connsiteY3" fmla="*/ 1106424 h 2706624"/>
              <a:gd name="connsiteX4" fmla="*/ 500799 w 1689519"/>
              <a:gd name="connsiteY4" fmla="*/ 1810512 h 2706624"/>
              <a:gd name="connsiteX5" fmla="*/ 16167 w 1689519"/>
              <a:gd name="connsiteY5" fmla="*/ 2011680 h 2706624"/>
              <a:gd name="connsiteX6" fmla="*/ 162471 w 1689519"/>
              <a:gd name="connsiteY6" fmla="*/ 2706624 h 27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9519" h="2706624">
                <a:moveTo>
                  <a:pt x="1689519" y="0"/>
                </a:moveTo>
                <a:cubicBezTo>
                  <a:pt x="1427391" y="9906"/>
                  <a:pt x="1165263" y="19812"/>
                  <a:pt x="1058583" y="164592"/>
                </a:cubicBezTo>
                <a:cubicBezTo>
                  <a:pt x="951903" y="309372"/>
                  <a:pt x="1140879" y="711708"/>
                  <a:pt x="1049439" y="868680"/>
                </a:cubicBezTo>
                <a:cubicBezTo>
                  <a:pt x="957999" y="1025652"/>
                  <a:pt x="601383" y="949452"/>
                  <a:pt x="509943" y="1106424"/>
                </a:cubicBezTo>
                <a:cubicBezTo>
                  <a:pt x="418503" y="1263396"/>
                  <a:pt x="583095" y="1659636"/>
                  <a:pt x="500799" y="1810512"/>
                </a:cubicBezTo>
                <a:cubicBezTo>
                  <a:pt x="418503" y="1961388"/>
                  <a:pt x="72555" y="1862328"/>
                  <a:pt x="16167" y="2011680"/>
                </a:cubicBezTo>
                <a:cubicBezTo>
                  <a:pt x="-40221" y="2161032"/>
                  <a:pt x="61125" y="2433828"/>
                  <a:pt x="162471" y="2706624"/>
                </a:cubicBez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/>
          <p:cNvSpPr/>
          <p:nvPr/>
        </p:nvSpPr>
        <p:spPr>
          <a:xfrm>
            <a:off x="553110" y="4087422"/>
            <a:ext cx="59504" cy="595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Ellipse 80"/>
          <p:cNvSpPr/>
          <p:nvPr/>
        </p:nvSpPr>
        <p:spPr>
          <a:xfrm>
            <a:off x="689154" y="4096566"/>
            <a:ext cx="59504" cy="5950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/>
          <p:cNvSpPr/>
          <p:nvPr/>
        </p:nvSpPr>
        <p:spPr>
          <a:xfrm>
            <a:off x="2664889" y="5349230"/>
            <a:ext cx="1229471" cy="32817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7249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Supelec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Auto</dc:creator>
  <cp:lastModifiedBy>Auto</cp:lastModifiedBy>
  <cp:revision>8</cp:revision>
  <dcterms:created xsi:type="dcterms:W3CDTF">2019-09-30T09:24:28Z</dcterms:created>
  <dcterms:modified xsi:type="dcterms:W3CDTF">2019-09-30T13:51:57Z</dcterms:modified>
</cp:coreProperties>
</file>